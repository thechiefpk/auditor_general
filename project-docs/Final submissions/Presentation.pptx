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18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-3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-3-3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7.svg"/><Relationship Id="rId3" Type="http://schemas.openxmlformats.org/officeDocument/2006/relationships/image" Target="../media/image12.png"/><Relationship Id="rId7" Type="http://schemas.openxmlformats.org/officeDocument/2006/relationships/image" Target="../media/image-9-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-9-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8.svg"/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4.sv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734508"/>
            <a:ext cx="9376172" cy="8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SecureSoft Compliance Auditor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864037" y="3914775"/>
            <a:ext cx="129023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era of rapid software development and increasing cyber threats, the integration of security into the DevOps lifecycle—commonly known as DevSecOps—has become imperative. This project presents SecureSoft Compliance Auditor, a unified, automated security platform designed to bridge the gap between development velocity and stringent security requirements.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158" y="595789"/>
            <a:ext cx="5548193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&amp; Context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691158" y="1638657"/>
            <a:ext cx="6525339" cy="2786896"/>
          </a:xfrm>
          <a:prstGeom prst="roundRect">
            <a:avLst>
              <a:gd name="adj" fmla="val 3937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98" y="1638657"/>
            <a:ext cx="91440" cy="2786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0003" y="1858923"/>
            <a:ext cx="601622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1.1 Background: Digital Transformation &amp; Regulations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80003" y="2625328"/>
            <a:ext cx="6016228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digital transformation has vastly increased sensitive data processing, leading to stringent regulations like GDPR (€20M or 4% turnover penalty) and HIPAA. Simultaneously, Agile and DevOps prioritize speed, often pushing security to an afterthought and creating friction.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3903" y="1638657"/>
            <a:ext cx="6525339" cy="2786896"/>
          </a:xfrm>
          <a:prstGeom prst="roundRect">
            <a:avLst>
              <a:gd name="adj" fmla="val 3937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43" y="1638657"/>
            <a:ext cx="91440" cy="2786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02748" y="1858923"/>
            <a:ext cx="4741664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1.2 Motivation: Bridging the Tooling Gap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702748" y="2301359"/>
            <a:ext cx="6016228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security tools are either basic CLI utilities lacking visibility (e.g., grep, Trivy) or expensive, complex enterprise suites (e.g., SonarQube, Checkmarx). We need a middle-ground: an easy-to-deploy, GUI-driven tool with robust, automated scanning.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91158" y="4647724"/>
            <a:ext cx="6525339" cy="2986088"/>
          </a:xfrm>
          <a:prstGeom prst="roundRect">
            <a:avLst>
              <a:gd name="adj" fmla="val 367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98" y="4647724"/>
            <a:ext cx="91440" cy="29860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0003" y="4867989"/>
            <a:ext cx="546508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1.3 Objectives: SecureSoft Compliance Auditor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80003" y="5310426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5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scanning for hardcoded secrets &amp; PII in real-time.</a:t>
            </a:r>
            <a:endParaRPr lang="en-US" sz="1550" dirty="0" smtClean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endParaRPr lang="en-US" sz="1550" dirty="0" smtClean="0">
              <a:solidFill>
                <a:srgbClr val="E0D6DE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endParaRPr lang="en-US" sz="1550" dirty="0">
              <a:solidFill>
                <a:srgbClr val="E0D6DE"/>
              </a:solidFill>
              <a:latin typeface="Inter" pitchFamily="34" charset="0"/>
              <a:ea typeface="Inter" pitchFamily="34" charset="-122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endParaRPr lang="en-US" sz="1550" dirty="0" smtClean="0">
              <a:solidFill>
                <a:srgbClr val="E0D6DE"/>
              </a:solidFill>
              <a:latin typeface="Inter" pitchFamily="34" charset="0"/>
              <a:ea typeface="Inter" pitchFamily="34" charset="-122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80003" y="5695474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dashboard, statistics rich insightful reports. 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980003" y="6080522"/>
            <a:ext cx="6016228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and scheduled execution of all kind of scan and report generation.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80003" y="6781562"/>
            <a:ext cx="6016228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via asynchronous background jobs for large codebases.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3903" y="4647724"/>
            <a:ext cx="6525339" cy="2986088"/>
          </a:xfrm>
          <a:prstGeom prst="roundRect">
            <a:avLst>
              <a:gd name="adj" fmla="val 367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043" y="4647724"/>
            <a:ext cx="91440" cy="29860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02748" y="4867989"/>
            <a:ext cx="51710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1.4 Scope of Work: End-to-End Development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7702748" y="5310426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Responsive web application (Next.js).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702748" y="5695474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RESTful API for logic &amp; requests (.NET 8).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02748" y="6080522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Relational DB for data, history, rules.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702748" y="6465570"/>
            <a:ext cx="60162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Infrastructure: Docker for isolating scan processes.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21719"/>
            <a:ext cx="8134826" cy="50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of Literature: SAST Evolution &amp; Gaps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2095" y="1231583"/>
            <a:ext cx="6666428" cy="2597110"/>
          </a:xfrm>
          <a:prstGeom prst="roundRect">
            <a:avLst>
              <a:gd name="adj" fmla="val 248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68" y="1392555"/>
            <a:ext cx="460058" cy="46005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59512" y="1518999"/>
            <a:ext cx="207050" cy="207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068" y="2005965"/>
            <a:ext cx="2012990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2.1 Evolution of SAST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33068" y="2349460"/>
            <a:ext cx="634448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Application Security Testing (SAST) has evolved from simple lexical analysis to complex Abstract Syntax Tree (AST) analysis.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3068" y="2931914"/>
            <a:ext cx="6344483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Studies show modern tools catch more bugs but suffer from high false-positive rates (up to 40%), leading to developer fatigue. Context-insensitive tools often miss data flow vulnerabilities.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91876" y="1231583"/>
            <a:ext cx="6666428" cy="2597110"/>
          </a:xfrm>
          <a:prstGeom prst="roundRect">
            <a:avLst>
              <a:gd name="adj" fmla="val 248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849" y="1392555"/>
            <a:ext cx="460058" cy="46005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79293" y="1518999"/>
            <a:ext cx="207050" cy="2070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52849" y="2005965"/>
            <a:ext cx="2012990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2.3 Research Gaps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552849" y="2349460"/>
            <a:ext cx="634448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research often neglects usability and workflow integration for non-security experts. There's a gap in tools that translate technical findings (e.g., "Line 40: AWS_ACCESS_KEY found") into clear business risks (e.g., "Critical: GDPR Violation - Unsecured Credential Storage") automatically. SecureSoft aims to fill this critical gap.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72095" y="4058722"/>
            <a:ext cx="6226135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2.2 Comparative Analysis of Existing Tools</a:t>
            </a:r>
            <a:endParaRPr lang="en-US" sz="2500" dirty="0"/>
          </a:p>
        </p:txBody>
      </p:sp>
      <p:sp>
        <p:nvSpPr>
          <p:cNvPr id="15" name="Shape 9"/>
          <p:cNvSpPr/>
          <p:nvPr/>
        </p:nvSpPr>
        <p:spPr>
          <a:xfrm>
            <a:off x="572095" y="4691301"/>
            <a:ext cx="13486209" cy="3125629"/>
          </a:xfrm>
          <a:prstGeom prst="roundRect">
            <a:avLst>
              <a:gd name="adj" fmla="val 20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79715" y="4698921"/>
            <a:ext cx="13470969" cy="4443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733306" y="4798457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431262" y="4798457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SecureSoft (Proposed)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25408" y="4798457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819555" y="4798457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513701" y="4798457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9715" y="5143262"/>
            <a:ext cx="13470969" cy="4443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733306" y="5242798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431262" y="5242798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 (GUI)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25408" y="5242798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 (GUI)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819555" y="5242798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(Terminal)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513701" y="5242798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79715" y="5587603"/>
            <a:ext cx="13470969" cy="4443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733306" y="5687139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Complexity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431262" y="5687139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(Docker/Exe)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125408" y="5687139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(Requires DB/JVM)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819555" y="5687139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(Single Binary)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513701" y="5687139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79715" y="6031944"/>
            <a:ext cx="13470969" cy="4443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733306" y="6131481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Feedback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3431262" y="6131481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(Polling API)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125408" y="6131481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(Batch Scans)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8819555" y="6131481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1513701" y="6131481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79715" y="6476286"/>
            <a:ext cx="13470969" cy="4443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733306" y="6575822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Mapping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3431262" y="6575822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(GDPR/HIPAA)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125408" y="6575822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 Required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8819555" y="6575822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11513701" y="6575822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Effort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579715" y="6920627"/>
            <a:ext cx="13470969" cy="4443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733306" y="7020163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Scanning Depth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3431262" y="7020163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(Regex + AST)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125408" y="7020163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(AST)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8819555" y="7020163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Shallow (Vuln DB)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11513701" y="7020163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Deep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579715" y="7364968"/>
            <a:ext cx="13470969" cy="4443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733306" y="7464504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3431262" y="7464504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/ Open Source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6125408" y="7464504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License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8819555" y="7464504"/>
            <a:ext cx="23798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11513701" y="7464504"/>
            <a:ext cx="23836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(Labor)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423" y="565785"/>
            <a:ext cx="9143881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Statement: Bridging the Gap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26319" y="1880711"/>
            <a:ext cx="1288565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can organizations bridge the gap between rapid software development and stringent security compliance without hindering developer productivity?"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8423" y="1649849"/>
            <a:ext cx="22860" cy="1118473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5" name="Text 3"/>
          <p:cNvSpPr/>
          <p:nvPr/>
        </p:nvSpPr>
        <p:spPr>
          <a:xfrm>
            <a:off x="718423" y="2999184"/>
            <a:ext cx="13193554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sub-problems include: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8423" y="3558421"/>
            <a:ext cx="821055" cy="1231583"/>
          </a:xfrm>
          <a:prstGeom prst="roundRect">
            <a:avLst>
              <a:gd name="adj" fmla="val 3600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75003" y="4020264"/>
            <a:ext cx="307896" cy="307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4742" y="3763685"/>
            <a:ext cx="2694027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Latency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744742" y="4223504"/>
            <a:ext cx="12167235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scans take hours; developers need minutes.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8423" y="4995267"/>
            <a:ext cx="821055" cy="1231583"/>
          </a:xfrm>
          <a:prstGeom prst="roundRect">
            <a:avLst>
              <a:gd name="adj" fmla="val 3600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5003" y="5457111"/>
            <a:ext cx="307896" cy="307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44742" y="5200531"/>
            <a:ext cx="2694027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Visibility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744742" y="5660350"/>
            <a:ext cx="12167235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cannot easily see the "compliance health" of a project from CLI logs.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18423" y="6432113"/>
            <a:ext cx="821055" cy="1231583"/>
          </a:xfrm>
          <a:prstGeom prst="roundRect">
            <a:avLst>
              <a:gd name="adj" fmla="val 3600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75003" y="6893957"/>
            <a:ext cx="307896" cy="307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44742" y="6637377"/>
            <a:ext cx="2694027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Actionability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744742" y="7097197"/>
            <a:ext cx="12167235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error messages do not explain how to fix a security flaw.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743" y="476726"/>
            <a:ext cx="6217563" cy="568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Design &amp;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06743" y="1114782"/>
            <a:ext cx="9230082" cy="45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4.1 High-Level Architecture: Service-Oriented Approach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06743" y="1829872"/>
            <a:ext cx="1341691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utilizes a Service-Oriented Architecture (SOA) to ensure a clear separation of concerns and modularity across its components.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88" y="2302193"/>
            <a:ext cx="13367504" cy="62319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328" y="3160126"/>
            <a:ext cx="3169697" cy="39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8848" y="3663672"/>
            <a:ext cx="3193176" cy="90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Browser and Next.js frontend interacting with APIs.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488125" y="4179796"/>
            <a:ext cx="3169697" cy="39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88125" y="4683341"/>
            <a:ext cx="3193176" cy="90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ASP.NET Core API, Auth Service (JWT), and Hangfire job manager.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72328" y="5226299"/>
            <a:ext cx="3169697" cy="39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8848" y="5729844"/>
            <a:ext cx="3193176" cy="60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database and local file system storage.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488125" y="6393552"/>
            <a:ext cx="3169697" cy="39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Execution Layer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488125" y="6897098"/>
            <a:ext cx="3193176" cy="90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engine orchestrates Docker container for Privado.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339447"/>
            <a:ext cx="5570696" cy="40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Database Schema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2095" y="1052989"/>
            <a:ext cx="2592229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4.2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72095" y="1426250"/>
            <a:ext cx="162020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2095" y="1752124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Framework: Next.js 14 (React 18)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2095" y="1992749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Styling: Tailwind CSS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2095" y="2233374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Management: React Context API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2095" y="2474000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Visualization: Chart.js / Recharts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2095" y="2794873"/>
            <a:ext cx="162020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2095" y="3120747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Framework: ASP.NET Core 8.0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2095" y="3361373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Language: 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2095" y="3601998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ORM: Dapper (performance) &amp; Entity Framework Core (schema)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2095" y="3842623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Jobs: Hangfire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2095" y="4163497"/>
            <a:ext cx="162020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2095" y="4489371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SQL Server 2022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2095" y="4810244"/>
            <a:ext cx="162020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2095" y="5136118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Hashing for passwords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2095" y="5376743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(RS256) for API authentication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73315" y="1052989"/>
            <a:ext cx="334922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4.3 Database Schema Design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73315" y="1500307"/>
            <a:ext cx="659261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database is normalized to 3NF, ensuring data integrity and efficient storage.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73315" y="1850886"/>
            <a:ext cx="5082671" cy="363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erDiagram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USERS ||--o{ REPORTS : "owns"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USERS ||--o{ SCAN_PROGRESS : "initiates"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REPORTS ||--|{ VIOLATIONS : "contains"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USERS {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uuid Id PK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Username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PasswordHash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Email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smtClean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>
              <a:rPr lang="en-US" sz="950" dirty="0" smtClean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950" dirty="0" smtClean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br>
              <a:rPr lang="en-US" sz="950" dirty="0" smtClean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950" dirty="0" smtClean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....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552" y="1183481"/>
            <a:ext cx="12770406" cy="74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 &amp; Implementation: Core Modules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552" y="2017990"/>
            <a:ext cx="4761309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5.1 Core Modules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793552" y="2953107"/>
            <a:ext cx="13043297" cy="4093012"/>
          </a:xfrm>
          <a:prstGeom prst="roundRect">
            <a:avLst>
              <a:gd name="adj" fmla="val 2327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172" y="2960727"/>
            <a:ext cx="6514028" cy="4077772"/>
          </a:xfrm>
          <a:prstGeom prst="roundRect">
            <a:avLst>
              <a:gd name="adj" fmla="val 2335"/>
            </a:avLst>
          </a:prstGeom>
          <a:solidFill>
            <a:srgbClr val="2F1D63"/>
          </a:solidFill>
          <a:ln/>
        </p:spPr>
      </p:sp>
      <p:sp>
        <p:nvSpPr>
          <p:cNvPr id="6" name="Text 4"/>
          <p:cNvSpPr/>
          <p:nvPr/>
        </p:nvSpPr>
        <p:spPr>
          <a:xfrm>
            <a:off x="1027867" y="3187422"/>
            <a:ext cx="3797260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5.1.1 Authentication Module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7867" y="3695224"/>
            <a:ext cx="6060638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SecureSoft employs a stateless authentication mechanism. Upon successful login, the server issues a JSON Web Token (JWT), securely stored in an HttpOnly cookie to prevent Cross-Site Scripting (XSS) attacks.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2960727"/>
            <a:ext cx="6514028" cy="4077772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960727"/>
            <a:ext cx="30480" cy="4077772"/>
          </a:xfrm>
          <a:prstGeom prst="roundRect">
            <a:avLst>
              <a:gd name="adj" fmla="val 312429"/>
            </a:avLst>
          </a:prstGeom>
          <a:solidFill>
            <a:srgbClr val="48367C"/>
          </a:solidFill>
          <a:ln/>
        </p:spPr>
      </p:sp>
      <p:sp>
        <p:nvSpPr>
          <p:cNvPr id="10" name="Text 8"/>
          <p:cNvSpPr/>
          <p:nvPr/>
        </p:nvSpPr>
        <p:spPr>
          <a:xfrm>
            <a:off x="7541895" y="3187422"/>
            <a:ext cx="3943588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5.1.2 The Hybrid Scan Engine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541895" y="3695224"/>
            <a:ext cx="6060638" cy="72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innovation is our hybrid engine, combining two distinct paths: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1895" y="4556522"/>
            <a:ext cx="6060638" cy="72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Path (Regex):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Immediate detection of simple patterns like email addresses or IP addresses.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1895" y="5361146"/>
            <a:ext cx="6060638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Path (AST/Docker):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complex logic, spawning Docker containers (Privado or Semgrep) to mount target volumes, run deep scans, and parse JSON output.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920" y="625197"/>
            <a:ext cx="5620583" cy="652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Algorithms &amp; Workflow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695920" y="1675328"/>
            <a:ext cx="6519863" cy="5108972"/>
          </a:xfrm>
          <a:prstGeom prst="roundRect">
            <a:avLst>
              <a:gd name="adj" fmla="val 16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0" y="1578888"/>
            <a:ext cx="238601" cy="23860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622" y="6642140"/>
            <a:ext cx="238601" cy="238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7032" y="1996440"/>
            <a:ext cx="4857988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Luhn Algorithm (Credit Card Validation)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017032" y="2441972"/>
            <a:ext cx="5877639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reduce false positives for credit card numbers, the system applies the Luhn checksum algorithm, ensuring numerical validity.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1017032" y="3619976"/>
            <a:ext cx="5877639" cy="2843213"/>
          </a:xfrm>
          <a:prstGeom prst="roundRect">
            <a:avLst>
              <a:gd name="adj" fmla="val 2938"/>
            </a:avLst>
          </a:prstGeom>
          <a:solidFill>
            <a:srgbClr val="191231"/>
          </a:solidFill>
          <a:ln/>
        </p:spPr>
      </p:sp>
      <p:sp>
        <p:nvSpPr>
          <p:cNvPr id="9" name="Shape 5"/>
          <p:cNvSpPr/>
          <p:nvPr/>
        </p:nvSpPr>
        <p:spPr>
          <a:xfrm>
            <a:off x="1007150" y="3619976"/>
            <a:ext cx="5897404" cy="2843213"/>
          </a:xfrm>
          <a:prstGeom prst="roundRect">
            <a:avLst>
              <a:gd name="adj" fmla="val 1049"/>
            </a:avLst>
          </a:prstGeom>
          <a:solidFill>
            <a:srgbClr val="191231"/>
          </a:solidFill>
          <a:ln/>
        </p:spPr>
      </p:sp>
      <p:sp>
        <p:nvSpPr>
          <p:cNvPr id="10" name="Text 6"/>
          <p:cNvSpPr/>
          <p:nvPr/>
        </p:nvSpPr>
        <p:spPr>
          <a:xfrm>
            <a:off x="1205984" y="3769043"/>
            <a:ext cx="5499735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 IsValidCreditCard(string number)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sum = 0; bool alternate = false;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number.Length - 1; i &gt;= 0; i--)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n = int.Parse(number[i].ToString());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(alternate) { n *= 2; if (n &gt; 9) n = (n % 10) + 1; }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 += n; alternate = !alternate;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 return (sum % 10 == 0);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414617" y="1675328"/>
            <a:ext cx="6519863" cy="5108972"/>
          </a:xfrm>
          <a:prstGeom prst="roundRect">
            <a:avLst>
              <a:gd name="adj" fmla="val 16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77" y="1578888"/>
            <a:ext cx="238601" cy="238601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2319" y="6642140"/>
            <a:ext cx="238601" cy="238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35729" y="1996440"/>
            <a:ext cx="3561993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Asynchronous Job Scheduling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735729" y="2441972"/>
            <a:ext cx="587763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long-running scans, we utilize the Producer-Consumer pattern via Hangfire: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735729" y="3197542"/>
            <a:ext cx="587763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Producer:</a:t>
            </a: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pushes a ScanJob to a persistent queue.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735729" y="3585210"/>
            <a:ext cx="587763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Consumer:</a:t>
            </a: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Background worker executes the scan, updating ScanProgress.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735729" y="4291012"/>
            <a:ext cx="587763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Observer:</a:t>
            </a: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Frontend polls ScanProgress every second for UI updates.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95920" y="7082552"/>
            <a:ext cx="7337346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5.3 Workflow Diagram (Scan Lifecycle)</a:t>
            </a:r>
            <a:endParaRPr lang="en-US" sz="3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527" y="471011"/>
            <a:ext cx="4757618" cy="561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and Discussion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8527" y="1100495"/>
            <a:ext cx="4509968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6.1 Performance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8527" y="1805940"/>
            <a:ext cx="13433346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against a ~50MB Node.js project (2000 files) revealed significant efficiencies.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527" y="2357557"/>
            <a:ext cx="3782973" cy="213717"/>
          </a:xfrm>
          <a:prstGeom prst="roundRect">
            <a:avLst>
              <a:gd name="adj" fmla="val 336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27" y="2357557"/>
            <a:ext cx="3404592" cy="213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09730" y="2357557"/>
            <a:ext cx="42410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90%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98527" y="2784991"/>
            <a:ext cx="253365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to Value Reduction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98527" y="3168015"/>
            <a:ext cx="4335304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intent to readable report, time is cut by 90% due to automation.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47548" y="2357557"/>
            <a:ext cx="3851553" cy="213717"/>
          </a:xfrm>
          <a:prstGeom prst="roundRect">
            <a:avLst>
              <a:gd name="adj" fmla="val 336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548" y="2357557"/>
            <a:ext cx="46196" cy="2137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27331" y="2357557"/>
            <a:ext cx="3555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1.2s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147548" y="2784991"/>
            <a:ext cx="224480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Regex Scan Time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147548" y="3168015"/>
            <a:ext cx="4335304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Path scan completion on average.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96569" y="2357557"/>
            <a:ext cx="3872389" cy="213717"/>
          </a:xfrm>
          <a:prstGeom prst="roundRect">
            <a:avLst>
              <a:gd name="adj" fmla="val 336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569" y="2357557"/>
            <a:ext cx="1742480" cy="2137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697188" y="2357557"/>
            <a:ext cx="334685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45s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96569" y="2784991"/>
            <a:ext cx="224480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Full Scan Time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9696569" y="3168015"/>
            <a:ext cx="4335304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deep analysis with minimal overhead.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8527" y="3971925"/>
            <a:ext cx="4412933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6.2 Functional Verification</a:t>
            </a:r>
            <a:endParaRPr lang="en-US" sz="2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98527" y="4677370"/>
            <a:ext cx="427553" cy="4275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8527" y="5318641"/>
            <a:ext cx="224480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Secret Detection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598527" y="5701665"/>
            <a:ext cx="4335304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identified AWS Access Keys and Stripe Secret Keys in config files.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147548" y="4677370"/>
            <a:ext cx="427553" cy="42755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47548" y="5318641"/>
            <a:ext cx="224480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GDPR Compliance</a:t>
            </a:r>
            <a:endParaRPr lang="en-US" sz="1750" dirty="0"/>
          </a:p>
        </p:txBody>
      </p:sp>
      <p:sp>
        <p:nvSpPr>
          <p:cNvPr id="26" name="Text 19"/>
          <p:cNvSpPr/>
          <p:nvPr/>
        </p:nvSpPr>
        <p:spPr>
          <a:xfrm>
            <a:off x="5147548" y="5701665"/>
            <a:ext cx="4335304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Correctly flagged exposed Email addresses and Phone numbers in user data.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696569" y="4677370"/>
            <a:ext cx="427553" cy="42755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96569" y="5318641"/>
            <a:ext cx="224480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Concurrency</a:t>
            </a:r>
            <a:endParaRPr lang="en-US" sz="1750" dirty="0"/>
          </a:p>
        </p:txBody>
      </p:sp>
      <p:sp>
        <p:nvSpPr>
          <p:cNvPr id="29" name="Text 21"/>
          <p:cNvSpPr/>
          <p:nvPr/>
        </p:nvSpPr>
        <p:spPr>
          <a:xfrm>
            <a:off x="9696569" y="5701665"/>
            <a:ext cx="4335304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handled 5 simultaneous users without crashing, thanks to Hangfire.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98527" y="6505575"/>
            <a:ext cx="6446163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6.3 Comparison with Market Standards</a:t>
            </a:r>
            <a:endParaRPr lang="en-US" sz="2800" dirty="0"/>
          </a:p>
        </p:txBody>
      </p:sp>
      <p:sp>
        <p:nvSpPr>
          <p:cNvPr id="31" name="Text 23"/>
          <p:cNvSpPr/>
          <p:nvPr/>
        </p:nvSpPr>
        <p:spPr>
          <a:xfrm>
            <a:off x="598527" y="7211020"/>
            <a:ext cx="13433346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SonarQube, which demands 4GB+ RAM and a dedicated server, SecureSoft runs comfortably on a standard developer laptop (500MB RAM footprint), making it ideal for individual developers and SMEs.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815" y="481489"/>
            <a:ext cx="6164223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and 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12815" y="1668661"/>
            <a:ext cx="6614874" cy="3452574"/>
          </a:xfrm>
          <a:prstGeom prst="roundRect">
            <a:avLst>
              <a:gd name="adj" fmla="val 317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5" y="1645801"/>
            <a:ext cx="6614874" cy="91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60" y="1406128"/>
            <a:ext cx="525185" cy="52518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815179" y="1563648"/>
            <a:ext cx="210026" cy="2100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0697" y="2106335"/>
            <a:ext cx="229814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7.1 Conclusion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810697" y="2498527"/>
            <a:ext cx="6219111" cy="1400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SecureSoft Compliance Auditor proves robust security auditing doesn't need complex, expensive infrastructure. By blending modern web tech with efficient background processing, we created a powerful, accessible tool. It meets all objectives, offering a seamless "Click-to-Scan" experience that integrates compliance into daily developer workflows.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7402711" y="1668661"/>
            <a:ext cx="6614874" cy="3452574"/>
          </a:xfrm>
          <a:prstGeom prst="roundRect">
            <a:avLst>
              <a:gd name="adj" fmla="val 317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711" y="1645801"/>
            <a:ext cx="6614874" cy="9144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556" y="1406128"/>
            <a:ext cx="525185" cy="52518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0605075" y="1563648"/>
            <a:ext cx="210026" cy="21002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600593" y="2106335"/>
            <a:ext cx="229814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7.2 Future Scope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7600593" y="2498527"/>
            <a:ext cx="6219111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Remediation:</a:t>
            </a: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LLMs to suggest code fixes automatically.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7600593" y="3120033"/>
            <a:ext cx="6219111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Plugins:</a:t>
            </a: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 extensions for VS Code/IntelliJ for real-time feedback during coding.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7600593" y="3741539"/>
            <a:ext cx="6219111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Storage:</a:t>
            </a: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Migrate report storage to Azure Blob Storage for enterprise scalability.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7600593" y="4363045"/>
            <a:ext cx="6219111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Integration:</a:t>
            </a: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GitHub Actions/Azure DevOps tasks to block PRs if compliance scores drop.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12815" y="5383768"/>
            <a:ext cx="3677007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2850" dirty="0"/>
          </a:p>
        </p:txBody>
      </p:sp>
      <p:sp>
        <p:nvSpPr>
          <p:cNvPr id="19" name="Text 11"/>
          <p:cNvSpPr/>
          <p:nvPr/>
        </p:nvSpPr>
        <p:spPr>
          <a:xfrm>
            <a:off x="612815" y="6105882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Data Protection Regulation (GDPR). (2018). Official Journal of the European Union.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12815" y="6447234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Charoenwet, W., et al. (2024). “An Empirical Study of Static Analysis Tools for Secure Code Review”. ACM SIGSOFT.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2815" y="6788587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Li, K., et al. (2023). “Comparison and Evaluation on Static Application Security Testing (SAST) Tools”. ESEC/FSE ’23.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12815" y="7129939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Microsoft. (2025). "ASP.NET Core Performance Best Practices". Microsoft Documentation.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12815" y="7471291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Foundation. (2024). “OWASP Top 10 Security Risks”.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1453</Words>
  <Application>Microsoft Office PowerPoint</Application>
  <PresentationFormat>Custom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Petrona Bold</vt:lpstr>
      <vt:lpstr>Consolas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Prince Kumar</cp:lastModifiedBy>
  <cp:revision>2</cp:revision>
  <dcterms:created xsi:type="dcterms:W3CDTF">2026-01-03T14:06:06Z</dcterms:created>
  <dcterms:modified xsi:type="dcterms:W3CDTF">2026-01-03T14:36:17Z</dcterms:modified>
</cp:coreProperties>
</file>